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media/image2.emf" ContentType="image/x-e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3F0D58-F524-4A4E-AEB0-D43AAAD245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33121D-E200-4908-87EA-462E95EA20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A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BC9FA0-54C6-4546-9FC0-30990FA768D7}" type="slidenum"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emf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emf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154080"/>
            <a:ext cx="9071640" cy="67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AU" sz="3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Project Scope</a:t>
            </a:r>
            <a:endParaRPr lang="en-A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360000" y="828000"/>
            <a:ext cx="9360000" cy="47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Objectives</a:t>
            </a:r>
            <a:br>
              <a:rPr sz="1800"/>
            </a:b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 opportunity to upskill various technologies in modern information systems and experience the work as a full-stack developer plus putting AI/ML in practical use.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Technology Stacks</a:t>
            </a: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br>
              <a:rPr sz="1800"/>
            </a:br>
            <a:r>
              <a:rPr lang="en-AU" sz="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br>
              <a:rPr sz="1800"/>
            </a:br>
            <a:r>
              <a:rPr lang="en-A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Business Problem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To provide a front-end dashboard to visualise trends of selective business data plus future values prediction utilizing machine learning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Architecture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Java SpringBoot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as a data provider through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Restful API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 with the underlying source data stored in either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CSV files 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or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tables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in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MySQL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Python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components read data from the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API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and extract the data as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JSON 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format, then load into the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PostgreSQL 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database as a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master data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, as well as using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sklearn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modules to generate predictions with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machine learning models (Linear Regression)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Node.js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AU" sz="1100" b="1" u="sng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client side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serves dashboard with data, reading from the </a:t>
            </a:r>
            <a:r>
              <a:rPr lang="en-AU" sz="1100" b="1" u="sng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server side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via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page routers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. Using various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database views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on top of the material data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" name=""/>
          <p:cNvGraphicFramePr/>
          <p:nvPr/>
        </p:nvGraphicFramePr>
        <p:xfrm>
          <a:off x="865800" y="1610640"/>
          <a:ext cx="8853840" cy="2381760"/>
        </p:xfrm>
        <a:graphic>
          <a:graphicData uri="http://schemas.openxmlformats.org/drawingml/2006/table">
            <a:tbl>
              <a:tblPr/>
              <a:tblGrid>
                <a:gridCol w="1945440"/>
                <a:gridCol w="6908760"/>
              </a:tblGrid>
              <a:tr h="263160"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Domain</a:t>
                      </a:r>
                      <a:endParaRPr lang="en-A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Technologies</a:t>
                      </a:r>
                      <a:endParaRPr lang="en-A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49480"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Operating Systems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Windows, Linux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49480"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Databases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PostgreSQL, MySQL as data storage, CSV as source data storage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49480"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Backends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Java SpringBoot, server side Next JS on Node.js, Python as a data processing method,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Machine Learning for future values prediction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49480"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Inter-system communication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Restful API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49480"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Front-ends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Client side Next JS on Node.js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716040"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Technologies and Tools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Language: SQL/Stored Procedure for PostgreSQL, Python (Pandas/sklearn for machine learning), Java with SpringBoot, Next JS with Typescript and Javascript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IDE: VS Code with Github Copilot, Eclipse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A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Database: PostgreSQL, MySQL</a:t>
                      </a:r>
                      <a:endParaRPr lang="en-A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936000" y="270720"/>
            <a:ext cx="8045280" cy="56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154080"/>
            <a:ext cx="9071640" cy="67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AU" sz="3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Architecture Overview</a:t>
            </a:r>
            <a:endParaRPr lang="en-A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" name=""/>
              <p:cNvSpPr txBox="1"/>
              <p:nvPr/>
            </p:nvSpPr>
            <p:spPr>
              <a:xfrm>
                <a:off x="4679640" y="2650320"/>
                <a:ext cx="719640" cy="35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>
          <p:sp>
            <p:nvSpPr>
              <p:cNvPr id="16" name=""/>
              <p:cNvSpPr txBox="1"/>
              <p:nvPr/>
            </p:nvSpPr>
            <p:spPr>
              <a:xfrm>
                <a:off x="4679640" y="2650320"/>
                <a:ext cx="719640" cy="359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936000" y="270360"/>
            <a:ext cx="8045280" cy="56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154080"/>
            <a:ext cx="9071640" cy="67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AU" sz="3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Architecture Breakdown</a:t>
            </a:r>
            <a:endParaRPr lang="en-A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" name=""/>
              <p:cNvSpPr txBox="1"/>
              <p:nvPr/>
            </p:nvSpPr>
            <p:spPr>
              <a:xfrm>
                <a:off x="4679640" y="2650320"/>
                <a:ext cx="719640" cy="35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>
          <p:sp>
            <p:nvSpPr>
              <p:cNvPr id="19" name=""/>
              <p:cNvSpPr txBox="1"/>
              <p:nvPr/>
            </p:nvSpPr>
            <p:spPr>
              <a:xfrm>
                <a:off x="4679640" y="2650320"/>
                <a:ext cx="719640" cy="359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0" name=""/>
          <p:cNvSpPr txBox="1"/>
          <p:nvPr/>
        </p:nvSpPr>
        <p:spPr>
          <a:xfrm>
            <a:off x="7164000" y="1008360"/>
            <a:ext cx="2160000" cy="556920"/>
          </a:xfrm>
          <a:prstGeom prst="rect">
            <a:avLst/>
          </a:prstGeom>
          <a:solidFill>
            <a:srgbClr val="FFFF00"/>
          </a:solidFill>
          <a:ln w="0">
            <a:solidFill>
              <a:srgbClr val="FF0000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Dashboard displayed in any Browser with graphs visualise from the data in the database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596000" y="2772360"/>
            <a:ext cx="2160000" cy="556920"/>
          </a:xfrm>
          <a:prstGeom prst="rect">
            <a:avLst/>
          </a:prstGeom>
          <a:solidFill>
            <a:srgbClr val="FFFF00"/>
          </a:solidFill>
          <a:ln w="0">
            <a:solidFill>
              <a:srgbClr val="FF0000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App routers serve as a middle point for each user to request for database’s response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840000" y="3816720"/>
            <a:ext cx="2160000" cy="556920"/>
          </a:xfrm>
          <a:prstGeom prst="rect">
            <a:avLst/>
          </a:prstGeom>
          <a:solidFill>
            <a:srgbClr val="FFFF00"/>
          </a:solidFill>
          <a:ln w="0">
            <a:solidFill>
              <a:srgbClr val="FF0000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Database IP details provided to the Next JS package </a:t>
            </a:r>
            <a:r>
              <a:rPr lang="en-A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Prisma</a:t>
            </a:r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as a database communication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728000" y="4609080"/>
            <a:ext cx="2160000" cy="556920"/>
          </a:xfrm>
          <a:prstGeom prst="rect">
            <a:avLst/>
          </a:prstGeom>
          <a:solidFill>
            <a:srgbClr val="FFFF00"/>
          </a:solidFill>
          <a:ln w="0">
            <a:solidFill>
              <a:srgbClr val="FF0000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Database views sourced from the  master tables stored metrics for the visuals on the dashboard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708000" y="2845080"/>
            <a:ext cx="2160000" cy="556920"/>
          </a:xfrm>
          <a:prstGeom prst="rect">
            <a:avLst/>
          </a:prstGeom>
          <a:solidFill>
            <a:srgbClr val="FFFF00"/>
          </a:solidFill>
          <a:ln w="0">
            <a:solidFill>
              <a:srgbClr val="FF0000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Python extract data with the latest file date and load data for a period of duration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332000" y="2845440"/>
            <a:ext cx="2160000" cy="556920"/>
          </a:xfrm>
          <a:prstGeom prst="rect">
            <a:avLst/>
          </a:prstGeom>
          <a:solidFill>
            <a:srgbClr val="FFFF00"/>
          </a:solidFill>
          <a:ln w="0">
            <a:solidFill>
              <a:srgbClr val="FF0000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Java SpringBoot connect to the source via database connection and host machine file path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812000" y="4609440"/>
            <a:ext cx="2160000" cy="712440"/>
          </a:xfrm>
          <a:prstGeom prst="rect">
            <a:avLst/>
          </a:prstGeom>
          <a:solidFill>
            <a:srgbClr val="FFFF00"/>
          </a:solidFill>
          <a:ln w="0">
            <a:solidFill>
              <a:srgbClr val="FF0000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A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Python sklearn module creates machine learning models and predicts the values by using the  existing data source</a:t>
            </a:r>
            <a:endParaRPr lang="en-A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360000" y="885240"/>
            <a:ext cx="9360000" cy="4334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pic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504360" y="154080"/>
            <a:ext cx="9071640" cy="67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AU" sz="3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Screenshots</a:t>
            </a:r>
            <a:endParaRPr lang="en-A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rot="5411400">
            <a:off x="8115480" y="3755880"/>
            <a:ext cx="149400" cy="2051640"/>
          </a:xfrm>
          <a:custGeom>
            <a:avLst/>
            <a:gdLst>
              <a:gd name="textAreaLeft" fmla="*/ 0 w 149400"/>
              <a:gd name="textAreaRight" fmla="*/ 54000 w 149400"/>
              <a:gd name="textAreaTop" fmla="*/ 0 h 2051640"/>
              <a:gd name="textAreaBottom" fmla="*/ 2052000 h 205164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0"/>
                  <a:pt x="10800" y="0"/>
                </a:cubicBezTo>
                <a:lnTo>
                  <a:pt x="10800" y="10970"/>
                </a:lnTo>
                <a:cubicBezTo>
                  <a:pt x="10800" y="10970"/>
                  <a:pt x="16200" y="10970"/>
                  <a:pt x="21600" y="10970"/>
                </a:cubicBezTo>
                <a:cubicBezTo>
                  <a:pt x="16200" y="10970"/>
                  <a:pt x="10800" y="10970"/>
                  <a:pt x="10800" y="10970"/>
                </a:cubicBezTo>
                <a:lnTo>
                  <a:pt x="10800" y="21600"/>
                </a:lnTo>
                <a:cubicBezTo>
                  <a:pt x="10800" y="21600"/>
                  <a:pt x="54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164360" y="4865400"/>
            <a:ext cx="2015640" cy="386280"/>
          </a:xfrm>
          <a:prstGeom prst="rect">
            <a:avLst/>
          </a:prstGeom>
          <a:solidFill>
            <a:srgbClr val="2A6099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spAutoFit/>
          </a:bodyPr>
          <a:p>
            <a:pPr algn="ctr"/>
            <a:r>
              <a:rPr lang="en-AU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Machine Learning Future Values Prediction</a:t>
            </a:r>
            <a:endParaRPr lang="en-A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154080"/>
            <a:ext cx="9071640" cy="67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AU" sz="3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Screenshots</a:t>
            </a:r>
            <a:endParaRPr lang="en-A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"/>
          <p:cNvPicPr/>
          <p:nvPr/>
        </p:nvPicPr>
        <p:blipFill>
          <a:blip r:embed="rId1"/>
          <a:stretch/>
        </p:blipFill>
        <p:spPr>
          <a:xfrm rot="6000">
            <a:off x="177480" y="1479240"/>
            <a:ext cx="9720000" cy="271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154080"/>
            <a:ext cx="9071640" cy="67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AU" sz="3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Screenshots</a:t>
            </a:r>
            <a:endParaRPr lang="en-A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"/>
          <p:cNvPicPr/>
          <p:nvPr/>
        </p:nvPicPr>
        <p:blipFill>
          <a:blip r:embed="rId1"/>
          <a:stretch/>
        </p:blipFill>
        <p:spPr>
          <a:xfrm>
            <a:off x="180000" y="1564560"/>
            <a:ext cx="9720000" cy="253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2025-12-15T22:55:06Z</dcterms:created>
  <dc:creator/>
  <dc:description/>
  <dc:language>en-AU</dc:language>
  <cp:lastModifiedBy/>
  <dcterms:modified xsi:type="dcterms:W3CDTF">2026-04-16T23:47:14Z</dcterms:modified>
  <cp:revision>27</cp:revision>
  <dc:subject/>
  <dc:title/>
</cp:coreProperties>
</file>